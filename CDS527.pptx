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 autoAdjust="0"/>
    <p:restoredTop sz="80732" autoAdjust="0"/>
  </p:normalViewPr>
  <p:slideViewPr>
    <p:cSldViewPr>
      <p:cViewPr varScale="1">
        <p:scale>
          <a:sx n="75" d="100"/>
          <a:sy n="75" d="100"/>
        </p:scale>
        <p:origin x="119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108F66-7B27-BF40-B856-48B355DB64D5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02161-245E-B644-A213-365E748D5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95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“这一页我们想回答一个问题：</a:t>
            </a:r>
            <a:r>
              <a:rPr lang="en-GB" dirty="0"/>
              <a:t>baseline </a:t>
            </a:r>
            <a:r>
              <a:rPr lang="zh-CN" altLang="en-US" dirty="0"/>
              <a:t>表现差，是不是因为 </a:t>
            </a:r>
            <a:r>
              <a:rPr lang="en-GB" dirty="0"/>
              <a:t>TF-IDF </a:t>
            </a:r>
            <a:r>
              <a:rPr lang="zh-CN" altLang="en-US" dirty="0"/>
              <a:t>太简单？</a:t>
            </a:r>
          </a:p>
          <a:p>
            <a:r>
              <a:rPr lang="zh-CN" altLang="en-US" dirty="0"/>
              <a:t>为此，我们固定分类器，比较了多种表示方式，包括 </a:t>
            </a:r>
            <a:r>
              <a:rPr lang="en-GB" dirty="0" err="1"/>
              <a:t>n-grams、CountVectorizer</a:t>
            </a:r>
            <a:r>
              <a:rPr lang="en-GB" dirty="0"/>
              <a:t> </a:t>
            </a:r>
            <a:r>
              <a:rPr lang="zh-CN" altLang="en-US" dirty="0"/>
              <a:t>和 </a:t>
            </a:r>
            <a:r>
              <a:rPr lang="en-GB" dirty="0"/>
              <a:t>Word2Vec。</a:t>
            </a:r>
            <a:r>
              <a:rPr lang="zh-CN" altLang="en-US" dirty="0"/>
              <a:t>结果发现 </a:t>
            </a:r>
            <a:r>
              <a:rPr lang="en-GB" dirty="0"/>
              <a:t>macro-F1 </a:t>
            </a:r>
            <a:r>
              <a:rPr lang="zh-CN" altLang="en-US" dirty="0"/>
              <a:t>并没有明显改善，</a:t>
            </a:r>
            <a:r>
              <a:rPr lang="en-GB" dirty="0"/>
              <a:t>Word2Vec </a:t>
            </a:r>
            <a:r>
              <a:rPr lang="zh-CN" altLang="en-US" dirty="0"/>
              <a:t>甚至更差。</a:t>
            </a:r>
          </a:p>
          <a:p>
            <a:r>
              <a:rPr lang="zh-CN" altLang="en-US" dirty="0"/>
              <a:t>这说明当前任务的首要瓶颈不是特征表示，而是类别不平衡。模型已经被 </a:t>
            </a:r>
            <a:r>
              <a:rPr lang="en-US" altLang="zh-CN" dirty="0"/>
              <a:t>89% </a:t>
            </a:r>
            <a:r>
              <a:rPr lang="zh-CN" altLang="en-US" dirty="0"/>
              <a:t>的 </a:t>
            </a:r>
            <a:r>
              <a:rPr lang="en-GB" dirty="0"/>
              <a:t>majority class </a:t>
            </a:r>
            <a:r>
              <a:rPr lang="zh-CN" altLang="en-US" dirty="0"/>
              <a:t>强烈主导，因此在处理 </a:t>
            </a:r>
            <a:r>
              <a:rPr lang="en-GB" dirty="0"/>
              <a:t>imbalance </a:t>
            </a:r>
            <a:r>
              <a:rPr lang="zh-CN" altLang="en-US" dirty="0"/>
              <a:t>之前，单纯升级表示方式并不能带来实质改善。”</a:t>
            </a:r>
          </a:p>
          <a:p>
            <a:r>
              <a:rPr lang="en-US" dirty="0"/>
              <a:t>"On this page, we want to answer a question: is the poor baseline performance due to TF-IDF being too simple?  </a:t>
            </a:r>
          </a:p>
          <a:p>
            <a:r>
              <a:rPr lang="en-US" dirty="0"/>
              <a:t>To investigate, we fixed the classifier and compared several representation methods, including n-grams, </a:t>
            </a:r>
            <a:r>
              <a:rPr lang="en-US" dirty="0" err="1"/>
              <a:t>CountVectorizer</a:t>
            </a:r>
            <a:r>
              <a:rPr lang="en-US" dirty="0"/>
              <a:t>, and Word2Vec. The results showed no significant improvement in macro-F1—Word2Vec even performed worse.  </a:t>
            </a:r>
          </a:p>
          <a:p>
            <a:r>
              <a:rPr lang="en-US" dirty="0"/>
              <a:t>This suggests that the main bottleneck in the current task isn't feature representation, but rather class imbalance. </a:t>
            </a:r>
            <a:r>
              <a:rPr lang="en-US"/>
              <a:t>The model is heavily dominated by the 89% majority class, so upgrading representations alone won't help much until we address the imbalance first."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02161-245E-B644-A213-365E748D5F0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98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207</Words>
  <Application>Microsoft Macintosh PowerPoint</Application>
  <PresentationFormat>Custom</PresentationFormat>
  <Paragraphs>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a55405</cp:lastModifiedBy>
  <cp:revision>2</cp:revision>
  <dcterms:created xsi:type="dcterms:W3CDTF">2006-08-16T00:00:00Z</dcterms:created>
  <dcterms:modified xsi:type="dcterms:W3CDTF">2026-04-13T05:02:15Z</dcterms:modified>
</cp:coreProperties>
</file>